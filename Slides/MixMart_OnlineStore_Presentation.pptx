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44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presentation by introducing the project name, team members, and the main technologies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a store needs a structured database, not disconnected files. Then show that the home page is connected to product and cart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 layers and why DAO classes make the code easier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ERD. Mention that Customer and Product are central, and orders connect customers with purchased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normalization in simple terms and why constraints keep the database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normal customer path and then mention that each action is saved or validated using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the live demo: show how products are loaded, filtered, and 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when showing the cart and checkout workflow in the recorded or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reviews and selling requests are not just screens: they are connected to Review and SellingRequest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introduce the admin mode and the management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admin does not really delete a product from the database; the status changes to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ChatMessage includes customer_phone, sender_type, message_text, and sent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the system was tested with realistic inputs and error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confirm that the required deliverables are prepared: slides, video, source code, SQL, ERD, normalization, and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summarizing that the project is complete, tested, and ready for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583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 Mart Online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Online Shopping Store Database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Java Swing + MySQL + JDBC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544068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Prepared by: Melad Sam (12323283) and Emad Ataout (12322222)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Course: Database Systems | An-Najah National University | Spring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658368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/mnt/data/report_media/image2.png"/>
          <p:cNvPicPr>
            <a:picLocks noChangeAspect="1"/>
          </p:cNvPicPr>
          <p:nvPr/>
        </p:nvPicPr>
        <p:blipFill>
          <a:blip r:embed="rId3"/>
          <a:srcRect t="6049" b="6049"/>
          <a:stretch/>
        </p:blipFill>
        <p:spPr>
          <a:xfrm>
            <a:off x="6711696" y="694944"/>
            <a:ext cx="4773168" cy="22585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3044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Customer home screen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675120" y="3236976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1" descr="/mnt/data/report_media/image68.png"/>
          <p:cNvPicPr>
            <a:picLocks noChangeAspect="1"/>
          </p:cNvPicPr>
          <p:nvPr/>
        </p:nvPicPr>
        <p:blipFill>
          <a:blip r:embed="rId4"/>
          <a:srcRect l="10153" r="10153"/>
          <a:stretch/>
        </p:blipFill>
        <p:spPr>
          <a:xfrm>
            <a:off x="6711696" y="3273552"/>
            <a:ext cx="2258568" cy="1527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4892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home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9217152" y="3236976"/>
            <a:ext cx="23042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2" descr="/mnt/data/report_media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28" y="3362958"/>
            <a:ext cx="2231136" cy="13482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17152" y="4892040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ERD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 &amp; Problem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Why this database-backed store was built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475488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Online stores need organized product, order, stock, payment, and customer data.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Manual or file-based storage can cause repeated data, missing orders, and stock mistakes.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Mix Mart Online connects a real Java Swing GUI with a MySQL database to support daily store operations.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4754880" cy="1234440"/>
          </a:xfrm>
          <a:prstGeom prst="roundRect">
            <a:avLst>
              <a:gd name="adj" fmla="val 5185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41056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Project result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4453128"/>
            <a:ext cx="4425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 working desktop shopping system with customer workflows, admin workflows, database relationships, validations, and testing screenshots.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152144"/>
            <a:ext cx="5760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0" descr="/mnt/data/report_media/image2.png"/>
          <p:cNvPicPr>
            <a:picLocks noChangeAspect="1"/>
          </p:cNvPicPr>
          <p:nvPr/>
        </p:nvPicPr>
        <p:blipFill>
          <a:blip r:embed="rId3"/>
          <a:srcRect l="12548" r="12548"/>
          <a:stretch/>
        </p:blipFill>
        <p:spPr>
          <a:xfrm>
            <a:off x="5843016" y="1188720"/>
            <a:ext cx="5687568" cy="40873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06440" y="536752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Home page: products, filters, cart, categories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&amp; Technologies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Simple layered structure: GUI → DAO/JDBC → MySQL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3401568" cy="1207008"/>
          </a:xfrm>
          <a:prstGeom prst="roundRect">
            <a:avLst>
              <a:gd name="adj" fmla="val 5303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70992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Java Swing desktop interface for forms, buttons, dialogs, product cards, cart sidebar, and admin panels.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2272" y="1234440"/>
            <a:ext cx="3401568" cy="1207008"/>
          </a:xfrm>
          <a:prstGeom prst="roundRect">
            <a:avLst>
              <a:gd name="adj" fmla="val 5303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Connection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170992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DAO classes separate SQL operations from GUI code. JDBC connects Java with MySQL and executes queries.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11312" y="1234440"/>
            <a:ext cx="3401568" cy="1207008"/>
          </a:xfrm>
          <a:prstGeom prst="roundRect">
            <a:avLst>
              <a:gd name="adj" fmla="val 5303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36245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1709928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MySQL database: online_shoping_store_database. Stores customers, products, carts, orders, payments, shipments, reviews, selling requests, and chat.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Key DAO classes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3182112"/>
            <a:ext cx="36576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CustomerDAO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ProductDAO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CartDAO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OrderDAO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ReviewDAO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WishlistDAO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SellingRequestDAO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ChatDAO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AdminStatsDAO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6400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0" descr="/mnt/data/report_media/imag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003260"/>
            <a:ext cx="6327648" cy="94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617720" y="407822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panel navigation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17720" y="4251960"/>
            <a:ext cx="3063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1" descr="/mnt/data/report_media/image84.png"/>
          <p:cNvPicPr>
            <a:picLocks noChangeAspect="1"/>
          </p:cNvPicPr>
          <p:nvPr/>
        </p:nvPicPr>
        <p:blipFill>
          <a:blip r:embed="rId4"/>
          <a:srcRect t="16783" b="16783"/>
          <a:stretch/>
        </p:blipFill>
        <p:spPr>
          <a:xfrm>
            <a:off x="4654296" y="4288536"/>
            <a:ext cx="2990088" cy="148132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17720" y="586130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Statistics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5280" y="4251960"/>
            <a:ext cx="3063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2" descr="/mnt/data/report_media/image87.png"/>
          <p:cNvPicPr>
            <a:picLocks noChangeAspect="1"/>
          </p:cNvPicPr>
          <p:nvPr/>
        </p:nvPicPr>
        <p:blipFill>
          <a:blip r:embed="rId5"/>
          <a:srcRect t="15635" b="15635"/>
          <a:stretch/>
        </p:blipFill>
        <p:spPr>
          <a:xfrm>
            <a:off x="7991856" y="4288536"/>
            <a:ext cx="2990088" cy="14813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955280" y="586130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Selling requests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Main entities and relationships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7132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64715"/>
            <a:ext cx="7059168" cy="42657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9984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ER diagram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47888" y="11704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Core tables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5320" y="155448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80" dirty="0">
                <a:solidFill>
                  <a:srgbClr val="1F2937"/>
                </a:solidFill>
              </a:rPr>
              <a:t>Customer, Category, Product</a:t>
            </a:r>
            <a:endParaRPr lang="en-US" sz="1380" dirty="0"/>
          </a:p>
          <a:p>
            <a:r>
              <a:rPr lang="en-US" sz="1380" dirty="0">
                <a:solidFill>
                  <a:srgbClr val="1F2937"/>
                </a:solidFill>
              </a:rPr>
              <a:t>ShoppingCart + ShoppingCartItem</a:t>
            </a:r>
            <a:endParaRPr lang="en-US" sz="1380" dirty="0"/>
          </a:p>
          <a:p>
            <a:r>
              <a:rPr lang="en-US" sz="1380" dirty="0">
                <a:solidFill>
                  <a:srgbClr val="1F2937"/>
                </a:solidFill>
              </a:rPr>
              <a:t>Orders + OrderItem</a:t>
            </a:r>
            <a:endParaRPr lang="en-US" sz="1380" dirty="0"/>
          </a:p>
          <a:p>
            <a:r>
              <a:rPr lang="en-US" sz="1380" dirty="0">
                <a:solidFill>
                  <a:srgbClr val="1F2937"/>
                </a:solidFill>
              </a:rPr>
              <a:t>Payment + Shipment</a:t>
            </a:r>
            <a:endParaRPr lang="en-US" sz="1380" dirty="0"/>
          </a:p>
          <a:p>
            <a:r>
              <a:rPr lang="en-US" sz="1380" dirty="0">
                <a:solidFill>
                  <a:srgbClr val="1F2937"/>
                </a:solidFill>
              </a:rPr>
              <a:t>Review, Wishlist, SellingRequest, ChatMessage</a:t>
            </a:r>
            <a:endParaRPr lang="en-US" sz="1380" dirty="0"/>
          </a:p>
        </p:txBody>
      </p:sp>
      <p:sp>
        <p:nvSpPr>
          <p:cNvPr id="13" name="Shape 10"/>
          <p:cNvSpPr/>
          <p:nvPr/>
        </p:nvSpPr>
        <p:spPr>
          <a:xfrm>
            <a:off x="8275320" y="3886200"/>
            <a:ext cx="29718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39776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88552" y="403250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central roles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275320" y="4443984"/>
            <a:ext cx="29718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6760" y="4535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988552" y="459028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main database tables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275320" y="5001768"/>
            <a:ext cx="29718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50932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988552" y="514807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relationship driven design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Normalization &amp; Data Integrity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How repeated data and invalid values are reduced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70432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9844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1NF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1645920"/>
            <a:ext cx="3054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Order products and cart products are not stored as repeated columns. They are separated into OrderItem and ShoppingCartItem.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2272" y="1170432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29844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2NF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1645920"/>
            <a:ext cx="3054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Product data stays in Product instead of being repeated inside relationship tables.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38744" y="1170432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29844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3NF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03336" y="1645920"/>
            <a:ext cx="3054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Category, payment, shipment, and review details are separated into their own tables.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Integrity rules used in SQL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3273552"/>
            <a:ext cx="46634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Primary keys identify records.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Foreign keys connect related tables.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Unique constraints prevent duplicates.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CHECK constraints control statuses, ratings, prices, and stock.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Default values support dates and initial statuses.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29718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0" descr="/mnt/data/report_media/image1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395691"/>
            <a:ext cx="2487168" cy="125533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06440" y="51297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SQL CHECK example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32520" y="29718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1" descr="/mnt/data/report_media/image52.png"/>
          <p:cNvPicPr>
            <a:picLocks noChangeAspect="1"/>
          </p:cNvPicPr>
          <p:nvPr/>
        </p:nvPicPr>
        <p:blipFill>
          <a:blip r:embed="rId4"/>
          <a:srcRect l="4693" r="4693"/>
          <a:stretch/>
        </p:blipFill>
        <p:spPr>
          <a:xfrm>
            <a:off x="8769096" y="3008376"/>
            <a:ext cx="2487168" cy="20299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732520" y="51297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Rating data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Workflow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From account creation to final order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170432"/>
            <a:ext cx="448056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50" dirty="0">
                <a:solidFill>
                  <a:srgbClr val="1F2937"/>
                </a:solidFill>
              </a:rPr>
              <a:t>Register or log in with valid phone rules.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Browse products by category or search/filter text.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Add products to cart or wishlist.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Checkout with receiver details and payment method.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Confirm shipment and review products after delivery.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Use support chat when help is needed.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23560" y="10515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/mnt/data/report_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270934"/>
            <a:ext cx="1847088" cy="8871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3560" y="2432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Account options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818120" y="10515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1" descr="/mnt/data/report_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020" y="1088136"/>
            <a:ext cx="1564440" cy="12527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432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Register form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0012680" y="105156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2" descr="/mnt/data/report_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1246527"/>
            <a:ext cx="1252728" cy="9359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12680" y="24323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Sort/filter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623560" y="2743200"/>
            <a:ext cx="5715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/mnt/data/report_media/image5.png"/>
          <p:cNvPicPr>
            <a:picLocks noChangeAspect="1"/>
          </p:cNvPicPr>
          <p:nvPr/>
        </p:nvPicPr>
        <p:blipFill>
          <a:blip r:embed="rId6"/>
          <a:srcRect t="6697" b="6697"/>
          <a:stretch/>
        </p:blipFill>
        <p:spPr>
          <a:xfrm>
            <a:off x="5660136" y="2779776"/>
            <a:ext cx="5641848" cy="23500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522122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Search result screen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Side: Home, Search, Filters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Core browsing features used during the demo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078992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2.png"/>
          <p:cNvPicPr>
            <a:picLocks noChangeAspect="1"/>
          </p:cNvPicPr>
          <p:nvPr/>
        </p:nvPicPr>
        <p:blipFill>
          <a:blip r:embed="rId3"/>
          <a:srcRect l="2188" r="2188"/>
          <a:stretch/>
        </p:blipFill>
        <p:spPr>
          <a:xfrm>
            <a:off x="722376" y="1115568"/>
            <a:ext cx="5230368" cy="2944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15137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Home screen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0" y="1078992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467" y="1115568"/>
            <a:ext cx="1921506" cy="1435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26426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Sorting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915400" y="1078992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900" y="1115568"/>
            <a:ext cx="1981839" cy="1435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26426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Discount filter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400800" y="3063240"/>
            <a:ext cx="4663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6.png"/>
          <p:cNvPicPr>
            <a:picLocks noChangeAspect="1"/>
          </p:cNvPicPr>
          <p:nvPr/>
        </p:nvPicPr>
        <p:blipFill>
          <a:blip r:embed="rId6"/>
          <a:srcRect l="4097" r="4097"/>
          <a:stretch/>
        </p:blipFill>
        <p:spPr>
          <a:xfrm>
            <a:off x="6437376" y="3099816"/>
            <a:ext cx="4590288" cy="16642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48554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Category result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77240" y="449884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Demo focus: show category navigation, sorting, discount filter, reset filters, and search results.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Cart, Checkout &amp; Orders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Database operations behind shopping actions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33186"/>
            <a:ext cx="2670048" cy="12484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0266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Cart summary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03320" y="1143000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231" y="1179576"/>
            <a:ext cx="1774459" cy="17556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02666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Checkout info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63640" y="114300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219643"/>
            <a:ext cx="2258568" cy="16755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30266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Order window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924544" y="114300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1512277"/>
            <a:ext cx="1984248" cy="109024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24544" y="30266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Shipping company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7724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What happens in the database?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3803904"/>
            <a:ext cx="50292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Cart item quantity is updated.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Checkout creates order and order items.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Payment and shipment records are stored.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Stock is reduced after successful order.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Validation prevents buying beyond stock.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0" y="3694176"/>
            <a:ext cx="4389120" cy="1143000"/>
          </a:xfrm>
          <a:prstGeom prst="roundRect">
            <a:avLst>
              <a:gd name="adj" fmla="val 5600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65392" y="382219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Demo moment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65392" y="4169664"/>
            <a:ext cx="40599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Show adding a product, increasing quantity, checkout, and order confirmation.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Reviews &amp; Selling Requests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Features that connect customers with the store after purchase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2240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90821"/>
            <a:ext cx="2167128" cy="958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6791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Review options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18688" y="1115568"/>
            <a:ext cx="2240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487" y="1152144"/>
            <a:ext cx="1934682" cy="1435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18688" y="26791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Product review form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760720" y="1115568"/>
            <a:ext cx="2514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52.png"/>
          <p:cNvPicPr>
            <a:picLocks noChangeAspect="1"/>
          </p:cNvPicPr>
          <p:nvPr/>
        </p:nvPicPr>
        <p:blipFill>
          <a:blip r:embed="rId5"/>
          <a:srcRect t="10246" b="10246"/>
          <a:stretch/>
        </p:blipFill>
        <p:spPr>
          <a:xfrm>
            <a:off x="5797296" y="1152144"/>
            <a:ext cx="2441448" cy="1435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26791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View ratings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595360" y="1115568"/>
            <a:ext cx="2514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1293361"/>
            <a:ext cx="2441448" cy="11531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0" y="26791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Selling request form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77240" y="3035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Business rules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3383280"/>
            <a:ext cx="512064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Product reviews are allowed only after valid order status.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Website reviews can be edited by the customer.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Selling requests remain pending until admin approval.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Pending requests can be edited or deleted by the customer.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400800" y="324612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4" descr="/mnt/data/report_media/image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304645"/>
            <a:ext cx="1984248" cy="14374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48554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Submitted request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8869680" y="324612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5" descr="/mnt/data/report_media/image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6256" y="3574866"/>
            <a:ext cx="1984248" cy="89698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69680" y="48554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Request updated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Side: Monitoring &amp; Control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Admin features used to manage the store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051560"/>
            <a:ext cx="5166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68.png"/>
          <p:cNvPicPr>
            <a:picLocks noChangeAspect="1"/>
          </p:cNvPicPr>
          <p:nvPr/>
        </p:nvPicPr>
        <p:blipFill>
          <a:blip r:embed="rId3"/>
          <a:srcRect t="8017" b="8017"/>
          <a:stretch/>
        </p:blipFill>
        <p:spPr>
          <a:xfrm>
            <a:off x="749808" y="1088136"/>
            <a:ext cx="5093208" cy="23042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48386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home after login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3749040"/>
            <a:ext cx="5166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26755"/>
            <a:ext cx="5093208" cy="7589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471830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panel buttons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63640" y="105156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84.png"/>
          <p:cNvPicPr>
            <a:picLocks noChangeAspect="1"/>
          </p:cNvPicPr>
          <p:nvPr/>
        </p:nvPicPr>
        <p:blipFill>
          <a:blip r:embed="rId5"/>
          <a:srcRect l="3920" r="3921"/>
          <a:stretch/>
        </p:blipFill>
        <p:spPr>
          <a:xfrm>
            <a:off x="6300216" y="1088136"/>
            <a:ext cx="2395728" cy="19385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31181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Statistics part 1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9015984" y="105156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85.png"/>
          <p:cNvPicPr>
            <a:picLocks noChangeAspect="1"/>
          </p:cNvPicPr>
          <p:nvPr/>
        </p:nvPicPr>
        <p:blipFill>
          <a:blip r:embed="rId6"/>
          <a:srcRect l="19375" r="19375"/>
          <a:stretch/>
        </p:blipFill>
        <p:spPr>
          <a:xfrm>
            <a:off x="9052560" y="1088136"/>
            <a:ext cx="2395728" cy="19385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15984" y="31181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Statistics part 2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6327648" y="3474720"/>
            <a:ext cx="45720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View statistics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Manage products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View orders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View reviews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Accept/reject selling requests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Support customers through chat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Product &amp; Request Management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Adding, editing, hiding products and handling requests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14" y="1088136"/>
            <a:ext cx="1704011" cy="17556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9352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Add product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46704" y="105156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082" y="1088136"/>
            <a:ext cx="2222684" cy="17556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29352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Edit product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989320" y="105156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1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1310951"/>
            <a:ext cx="2304288" cy="13100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89320" y="29352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Confirm hide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641080" y="105156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87.png"/>
          <p:cNvPicPr>
            <a:picLocks noChangeAspect="1"/>
          </p:cNvPicPr>
          <p:nvPr/>
        </p:nvPicPr>
        <p:blipFill>
          <a:blip r:embed="rId6"/>
          <a:srcRect l="820" r="820"/>
          <a:stretch/>
        </p:blipFill>
        <p:spPr>
          <a:xfrm>
            <a:off x="8677656" y="1088136"/>
            <a:ext cx="2395728" cy="17556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1080" y="29352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Selling requests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7724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Important implementation detail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3749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Deleting a product is implemented as hiding it using the availability status. This keeps historical order data safe and removes the item from customer views.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0" y="3383280"/>
            <a:ext cx="4389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4" descr="/mnt/data/report_media/image1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299" y="3419856"/>
            <a:ext cx="3404123" cy="11155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462686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Product hidden message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Chat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Customer-admin communication stored in the database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54" y="1133856"/>
            <a:ext cx="1832531" cy="23500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75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Customer chat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29000" y="109728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96665"/>
            <a:ext cx="2212848" cy="1624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575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chat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447" y="1133856"/>
            <a:ext cx="1539745" cy="1435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6609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Select customer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458200" y="1097280"/>
            <a:ext cx="2286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1405686"/>
            <a:ext cx="2212848" cy="8919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26609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Broadcast warning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82296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202E"/>
                </a:solidFill>
              </a:rPr>
              <a:t>Chat logic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22960" y="4315968"/>
            <a:ext cx="49377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Customers send messages to admin.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Admin can reply to one customer.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Admin can send one message to all customers.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Messages are ordered by time and stored in ChatMessage.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0" y="37947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4" descr="/mnt/data/report_media/image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4339" y="3831336"/>
            <a:ext cx="1156282" cy="1435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53583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reply screen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Validation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Manual tests for customer, admin, and database rules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078992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report_media/image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151607"/>
            <a:ext cx="2487168" cy="7691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048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Login required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66160" y="1078992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/mnt/data/report_media/image1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958" y="1115568"/>
            <a:ext cx="1764723" cy="8412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048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Required fields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46520" y="1078992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/mnt/data/report_media/image1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696" y="1115568"/>
            <a:ext cx="1775968" cy="8412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048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Stock error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9326880" y="1078992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/mnt/data/report_media/image1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936" y="1115568"/>
            <a:ext cx="1806209" cy="8412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0" y="20482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CVV error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77240" y="2423160"/>
            <a:ext cx="49377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Registration and login validation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Cart quantity and stock validation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Checkout receiver data validation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Card information validation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Admin add/edit/delete validation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Selling request and chat testing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126480" y="278892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4" descr="/mnt/data/report_media/image1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3046897"/>
            <a:ext cx="2304288" cy="76420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26480" y="4123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Add product error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8823960" y="2788920"/>
            <a:ext cx="2377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5" descr="/mnt/data/report_media/image1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2915630"/>
            <a:ext cx="2304288" cy="102674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23960" y="4123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Product not found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6126480" y="4443984"/>
            <a:ext cx="5074920" cy="685800"/>
          </a:xfrm>
          <a:prstGeom prst="roundRect">
            <a:avLst>
              <a:gd name="adj" fmla="val 9333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291072" y="457200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Testing result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291072" y="4919472"/>
            <a:ext cx="4745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The system was checked through customer and admin scenarios to verify GUI behavior, SQL operations, relationships, and validation messages.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 Package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Files that support the final delivery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512064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50" dirty="0">
                <a:solidFill>
                  <a:srgbClr val="1F2937"/>
                </a:solidFill>
              </a:rPr>
              <a:t>Java source code with GUI and DAO classes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SQL script and database dump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ER Diagram PDF/Image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Normalization document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Project report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PowerPoint presentation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Product images folder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Recorded video demo with team participation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FFF4F4"/>
          </a:solidFill>
          <a:ln w="12700">
            <a:solidFill>
              <a:srgbClr val="F3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47000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E"/>
                </a:solidFill>
              </a:rPr>
              <a:t>Demo recording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504748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The video should show the project from the idea to the final system, then demonstrate the customer side, admin side, database design, validation, and core features live in 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0" descr="/mnt/data/report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301646"/>
            <a:ext cx="2350008" cy="14200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29809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ERD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98280" y="109728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1" descr="/mnt/data/report_media/image2.png"/>
          <p:cNvPicPr>
            <a:picLocks noChangeAspect="1"/>
          </p:cNvPicPr>
          <p:nvPr/>
        </p:nvPicPr>
        <p:blipFill>
          <a:blip r:embed="rId4"/>
          <a:srcRect l="13973" r="13973"/>
          <a:stretch/>
        </p:blipFill>
        <p:spPr>
          <a:xfrm>
            <a:off x="9134856" y="1133856"/>
            <a:ext cx="2350008" cy="17556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098280" y="29809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GUI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400800" y="3401568"/>
            <a:ext cx="2423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2" descr="/mnt/data/report_media/image1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3585753"/>
            <a:ext cx="2350008" cy="11861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5010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SQL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9098280" y="3401568"/>
            <a:ext cx="2423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/mnt/data/report_media/image84.png"/>
          <p:cNvPicPr>
            <a:picLocks noChangeAspect="1"/>
          </p:cNvPicPr>
          <p:nvPr/>
        </p:nvPicPr>
        <p:blipFill>
          <a:blip r:embed="rId6"/>
          <a:srcRect t="7735" b="7735"/>
          <a:stretch/>
        </p:blipFill>
        <p:spPr>
          <a:xfrm>
            <a:off x="9134856" y="3438144"/>
            <a:ext cx="2350008" cy="1481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50109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Admin data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202E"/>
          </a:solidFill>
          <a:ln w="12700">
            <a:solidFill>
              <a:srgbClr val="C820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00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What the project demonstrates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0" y="36576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Mix Mart Online | Final Project Demo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</a:rPr>
              <a:t>Mix Mart Online connects database theory with a working Java application.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9536" y="1920240"/>
            <a:ext cx="49377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ER modeling and relational schema design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Normalization and SQL constraints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JDBC and DAO-based database connectivity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Customer and admin workflows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Testing, validation, and final demo preparation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207008"/>
            <a:ext cx="4800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0" descr="/mnt/data/report_media/image2.png"/>
          <p:cNvPicPr>
            <a:picLocks noChangeAspect="1"/>
          </p:cNvPicPr>
          <p:nvPr/>
        </p:nvPicPr>
        <p:blipFill>
          <a:blip r:embed="rId3"/>
          <a:srcRect t="11014" b="11014"/>
          <a:stretch/>
        </p:blipFill>
        <p:spPr>
          <a:xfrm>
            <a:off x="6437376" y="1243584"/>
            <a:ext cx="4727448" cy="19842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331927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Final customer GUI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0" y="3621024"/>
            <a:ext cx="4800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1" descr="/mnt/data/report_media/image68.png"/>
          <p:cNvPicPr>
            <a:picLocks noChangeAspect="1"/>
          </p:cNvPicPr>
          <p:nvPr/>
        </p:nvPicPr>
        <p:blipFill>
          <a:blip r:embed="rId4"/>
          <a:srcRect t="18231" b="18231"/>
          <a:stretch/>
        </p:blipFill>
        <p:spPr>
          <a:xfrm>
            <a:off x="6437376" y="3657600"/>
            <a:ext cx="4727448" cy="1618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0" y="536752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Final admin GUI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59536" y="5413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202E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77824" y="5870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Melad Sam | Emad Ataout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6510528"/>
            <a:ext cx="1097280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881360" y="65928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Slide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1449</Words>
  <Application>Microsoft Office PowerPoint</Application>
  <PresentationFormat>Widescreen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An-Najah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 Mart Online Final Presentation</dc:title>
  <dc:subject>Mix Mart Online final demo presentation</dc:subject>
  <dc:creator>Milad Sam and Emad Ataout</dc:creator>
  <cp:lastModifiedBy>melad samds</cp:lastModifiedBy>
  <cp:revision>2</cp:revision>
  <dcterms:created xsi:type="dcterms:W3CDTF">2026-05-18T20:18:13Z</dcterms:created>
  <dcterms:modified xsi:type="dcterms:W3CDTF">2026-05-18T20:24:50Z</dcterms:modified>
</cp:coreProperties>
</file>